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9" r:id="rId1"/>
  </p:sldMasterIdLst>
  <p:notesMasterIdLst>
    <p:notesMasterId r:id="rId10"/>
  </p:notesMasterIdLst>
  <p:handoutMasterIdLst>
    <p:handoutMasterId r:id="rId11"/>
  </p:handoutMasterIdLst>
  <p:sldIdLst>
    <p:sldId id="299" r:id="rId2"/>
    <p:sldId id="300" r:id="rId3"/>
    <p:sldId id="301" r:id="rId4"/>
    <p:sldId id="304" r:id="rId5"/>
    <p:sldId id="305" r:id="rId6"/>
    <p:sldId id="306" r:id="rId7"/>
    <p:sldId id="307" r:id="rId8"/>
    <p:sldId id="260" r:id="rId9"/>
  </p:sldIdLst>
  <p:sldSz cx="9144000" cy="6858000" type="screen4x3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6">
          <p15:clr>
            <a:srgbClr val="A4A3A4"/>
          </p15:clr>
        </p15:guide>
        <p15:guide id="2" pos="2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FF0000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82" autoAdjust="0"/>
    <p:restoredTop sz="85570" autoAdjust="0"/>
  </p:normalViewPr>
  <p:slideViewPr>
    <p:cSldViewPr>
      <p:cViewPr varScale="1">
        <p:scale>
          <a:sx n="99" d="100"/>
          <a:sy n="99" d="100"/>
        </p:scale>
        <p:origin x="1908" y="90"/>
      </p:cViewPr>
      <p:guideLst>
        <p:guide orient="horz" pos="1616"/>
        <p:guide pos="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FD5DA-D740-49F7-AEEF-D0B1B5778A6C}" type="datetimeFigureOut">
              <a:rPr lang="ko-KR" altLang="en-US" smtClean="0"/>
              <a:t>2016-09-27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90D54-AC83-4586-899D-FADFBEB37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762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9" y="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FC171-92E4-4BCB-A93D-F12D7F36229F}" type="datetimeFigureOut">
              <a:rPr lang="ko-KR" altLang="en-US" smtClean="0"/>
              <a:t>2016-09-27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6456613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9" y="6456613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0C6D3-42C2-4BEE-A325-CC9453E2E5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898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0C6D3-42C2-4BEE-A325-CC9453E2E5B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865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blipFill dpi="0"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214554"/>
            <a:ext cx="7772400" cy="1470025"/>
          </a:xfrm>
        </p:spPr>
        <p:txBody>
          <a:bodyPr anchor="ctr">
            <a:normAutofit/>
          </a:bodyPr>
          <a:lstStyle>
            <a:lvl1pPr algn="ctr">
              <a:defRPr sz="4800">
                <a:ln>
                  <a:noFill/>
                </a:ln>
                <a:gradFill flip="none" rotWithShape="1">
                  <a:gsLst>
                    <a:gs pos="0">
                      <a:schemeClr val="bg1"/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HY견고딕" pitchFamily="18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4000504"/>
            <a:ext cx="6400800" cy="1638296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tx1"/>
                </a:solidFill>
                <a:latin typeface="Arial" pitchFamily="34" charset="0"/>
                <a:ea typeface="HY중고딕" pitchFamily="18" charset="-127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391B9-4FBD-4709-8429-950785178E4C}" type="datetime1">
              <a:rPr lang="ko-KR" altLang="en-US" smtClean="0"/>
              <a:t>2016-09-27</a:t>
            </a:fld>
            <a:endParaRPr lang="ko-KR" altLang="en-US" dirty="0"/>
          </a:p>
        </p:txBody>
      </p:sp>
      <p:pic>
        <p:nvPicPr>
          <p:cNvPr id="14" name="그림 13" descr="UbiNeS full logo.png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9999" t="27075" r="10001" b="5227"/>
          <a:stretch>
            <a:fillRect/>
          </a:stretch>
        </p:blipFill>
        <p:spPr>
          <a:xfrm>
            <a:off x="285720" y="214290"/>
            <a:ext cx="4572032" cy="357190"/>
          </a:xfrm>
          <a:prstGeom prst="rect">
            <a:avLst/>
          </a:prstGeom>
        </p:spPr>
      </p:pic>
      <p:sp>
        <p:nvSpPr>
          <p:cNvPr id="11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43306" y="6572272"/>
            <a:ext cx="1714512" cy="214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ko-KR" altLang="en-US" dirty="0"/>
          </a:p>
        </p:txBody>
      </p:sp>
      <p:pic>
        <p:nvPicPr>
          <p:cNvPr id="9" name="그림 8" descr="Ajou Logo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7119747" y="6072206"/>
            <a:ext cx="2024285" cy="785818"/>
          </a:xfrm>
          <a:prstGeom prst="rect">
            <a:avLst/>
          </a:prstGeom>
        </p:spPr>
      </p:pic>
      <p:pic>
        <p:nvPicPr>
          <p:cNvPr id="10" name="그림 9" descr="UbiNeS logo-4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214281" y="6143644"/>
            <a:ext cx="1071571" cy="289614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bg>
      <p:bgPr>
        <a:blipFill dpi="0"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Ajou 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19747" y="6072206"/>
            <a:ext cx="2024285" cy="785818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4429143"/>
            <a:ext cx="7772400" cy="1500187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DA0A-D283-43DF-8752-4CA007BF423F}" type="datetime1">
              <a:rPr lang="ko-KR" altLang="en-US" smtClean="0"/>
              <a:t>2016-09-27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572528" y="6572272"/>
            <a:ext cx="571472" cy="2143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553972-61F4-4EDE-BEE9-8CB353D0C78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714348" y="2786058"/>
            <a:ext cx="7772400" cy="1470025"/>
          </a:xfrm>
        </p:spPr>
        <p:txBody>
          <a:bodyPr anchor="t">
            <a:normAutofit/>
          </a:bodyPr>
          <a:lstStyle>
            <a:lvl1pPr algn="l">
              <a:defRPr sz="4000">
                <a:ln>
                  <a:noFill/>
                </a:ln>
                <a:gradFill flip="none" rotWithShape="1">
                  <a:gsLst>
                    <a:gs pos="0">
                      <a:schemeClr val="bg1"/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HY견고딕" pitchFamily="18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pic>
        <p:nvPicPr>
          <p:cNvPr id="10" name="그림 9" descr="UbiNeS full logo.png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9999" t="27075" r="10001" b="5227"/>
          <a:stretch>
            <a:fillRect/>
          </a:stretch>
        </p:blipFill>
        <p:spPr>
          <a:xfrm>
            <a:off x="285720" y="214290"/>
            <a:ext cx="4572032" cy="357190"/>
          </a:xfrm>
          <a:prstGeom prst="rect">
            <a:avLst/>
          </a:prstGeom>
        </p:spPr>
      </p:pic>
      <p:pic>
        <p:nvPicPr>
          <p:cNvPr id="12" name="그림 11" descr="UbiNeS logo-4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214281" y="6143644"/>
            <a:ext cx="1071571" cy="2896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572560" cy="725470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8596" y="1142984"/>
            <a:ext cx="8572560" cy="5357850"/>
          </a:xfrm>
        </p:spPr>
        <p:txBody>
          <a:bodyPr/>
          <a:lstStyle>
            <a:lvl1pPr latinLnBrk="0">
              <a:buClr>
                <a:srgbClr val="0D60AB"/>
              </a:buClr>
              <a:defRPr sz="2400"/>
            </a:lvl1pPr>
            <a:lvl2pPr latinLnBrk="0">
              <a:buClr>
                <a:srgbClr val="0D60AB"/>
              </a:buClr>
              <a:defRPr sz="2000"/>
            </a:lvl2pPr>
            <a:lvl3pPr latinLnBrk="0">
              <a:buClr>
                <a:srgbClr val="0D60AB"/>
              </a:buClr>
              <a:defRPr sz="1800"/>
            </a:lvl3pPr>
            <a:lvl4pPr latinLnBrk="0">
              <a:buClr>
                <a:srgbClr val="0D60AB"/>
              </a:buClr>
              <a:defRPr sz="1800"/>
            </a:lvl4pPr>
            <a:lvl5pPr latinLnBrk="0">
              <a:buClr>
                <a:srgbClr val="0D60AB"/>
              </a:buClr>
              <a:defRPr sz="18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62A26-C396-495F-A844-8802C4813B16}" type="datetime1">
              <a:rPr lang="ko-KR" altLang="en-US" smtClean="0"/>
              <a:t>2016-09-27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3972-61F4-4EDE-BEE9-8CB353D0C78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0" y="1000108"/>
            <a:ext cx="9144000" cy="714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8596" y="1142984"/>
            <a:ext cx="8572560" cy="5357850"/>
          </a:xfrm>
        </p:spPr>
        <p:txBody>
          <a:bodyPr/>
          <a:lstStyle>
            <a:lvl1pPr marL="608076" indent="-571500" latinLnBrk="0">
              <a:buClr>
                <a:srgbClr val="0D60AB"/>
              </a:buClr>
              <a:buFont typeface="+mj-lt"/>
              <a:buAutoNum type="arabicPeriod"/>
              <a:defRPr/>
            </a:lvl1pPr>
            <a:lvl2pPr marL="962406" indent="-514350" latinLnBrk="0">
              <a:buClr>
                <a:srgbClr val="0D60AB"/>
              </a:buClr>
              <a:buFont typeface="+mj-lt"/>
              <a:buAutoNum type="arabicParenR"/>
              <a:defRPr/>
            </a:lvl2pPr>
            <a:lvl3pPr marL="1264158" indent="-514350" latinLnBrk="0">
              <a:buClr>
                <a:srgbClr val="0D60AB"/>
              </a:buClr>
              <a:buFont typeface="+mj-lt"/>
              <a:buAutoNum type="alphaUcPeriod"/>
              <a:defRPr/>
            </a:lvl3pPr>
            <a:lvl4pPr marL="1442466" indent="-400050" latinLnBrk="0">
              <a:buClr>
                <a:srgbClr val="0D60AB"/>
              </a:buClr>
              <a:buFont typeface="+mj-lt"/>
              <a:buAutoNum type="alphaLcPeriod"/>
              <a:defRPr/>
            </a:lvl4pPr>
            <a:lvl5pPr marL="1707642" indent="-400050" latinLnBrk="0">
              <a:buClr>
                <a:srgbClr val="0D60AB"/>
              </a:buClr>
              <a:buFont typeface="+mj-ea"/>
              <a:buAutoNum type="circleNumDbPlain"/>
              <a:defRPr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4E751-3A87-415E-AC39-320D443E05A7}" type="datetime1">
              <a:rPr lang="ko-KR" altLang="en-US" smtClean="0"/>
              <a:t>2016-09-27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3972-61F4-4EDE-BEE9-8CB353D0C78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0" y="1000108"/>
            <a:ext cx="9144000" cy="714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428596" y="203200"/>
            <a:ext cx="8572560" cy="725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HY견고딕" pitchFamily="18" charset="-127"/>
                <a:cs typeface="Arial" pitchFamily="34" charset="0"/>
              </a:rPr>
              <a:t>Contents</a:t>
            </a:r>
            <a:endParaRPr kumimoji="0" lang="ko-KR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HY견고딕" pitchFamily="18" charset="-127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8596" y="1142984"/>
            <a:ext cx="8572560" cy="5357850"/>
          </a:xfrm>
        </p:spPr>
        <p:txBody>
          <a:bodyPr/>
          <a:lstStyle>
            <a:lvl1pPr marL="608076" indent="-571500" latinLnBrk="0">
              <a:buClr>
                <a:srgbClr val="0D60AB"/>
              </a:buClr>
              <a:buFont typeface="+mj-lt"/>
              <a:buAutoNum type="arabicPeriod"/>
              <a:defRPr/>
            </a:lvl1pPr>
            <a:lvl2pPr marL="962406" indent="-514350" latinLnBrk="0">
              <a:buClr>
                <a:srgbClr val="0D60AB"/>
              </a:buClr>
              <a:buFont typeface="+mj-lt"/>
              <a:buAutoNum type="arabicParenR"/>
              <a:defRPr/>
            </a:lvl2pPr>
            <a:lvl3pPr marL="1264158" indent="-514350" latinLnBrk="0">
              <a:buClr>
                <a:srgbClr val="0D60AB"/>
              </a:buClr>
              <a:buFont typeface="+mj-lt"/>
              <a:buAutoNum type="alphaUcPeriod"/>
              <a:defRPr/>
            </a:lvl3pPr>
            <a:lvl4pPr marL="1442466" indent="-400050" latinLnBrk="0">
              <a:buClr>
                <a:srgbClr val="0D60AB"/>
              </a:buClr>
              <a:buFont typeface="+mj-lt"/>
              <a:buAutoNum type="alphaLcPeriod"/>
              <a:defRPr/>
            </a:lvl4pPr>
            <a:lvl5pPr marL="1707642" indent="-400050" latinLnBrk="0">
              <a:buClr>
                <a:srgbClr val="0D60AB"/>
              </a:buClr>
              <a:buFont typeface="+mj-ea"/>
              <a:buAutoNum type="circleNumDbPlain"/>
              <a:defRPr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48A29-2C23-4A45-BF3F-58A37D99A581}" type="datetime1">
              <a:rPr lang="ko-KR" altLang="en-US" smtClean="0"/>
              <a:t>2016-09-27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3972-61F4-4EDE-BEE9-8CB353D0C78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0" y="1000108"/>
            <a:ext cx="9144000" cy="714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428596" y="214290"/>
            <a:ext cx="8572560" cy="725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HY견고딕" pitchFamily="18" charset="-127"/>
                <a:cs typeface="Arial" pitchFamily="34" charset="0"/>
              </a:rPr>
              <a:t>References</a:t>
            </a:r>
            <a:endParaRPr kumimoji="0" lang="ko-KR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HY견고딕" pitchFamily="18" charset="-127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Ajou Logo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87800" y="6215082"/>
            <a:ext cx="1656232" cy="642941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D30B2-80E1-43DE-AF1C-146F115597AA}" type="datetime1">
              <a:rPr lang="ko-KR" altLang="en-US" smtClean="0"/>
              <a:t>2016-09-27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15404" y="6572272"/>
            <a:ext cx="428628" cy="2143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553972-61F4-4EDE-BEE9-8CB353D0C78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8" name="그림 17" descr="UbiNeS full logo.png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571480"/>
            <a:ext cx="6668473" cy="615645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500034" y="2428868"/>
            <a:ext cx="8023350" cy="131112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eaLnBrk="1" latinLnBrk="0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ko-KR" sz="4400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rPr>
              <a:t>Thank you for your attention!</a:t>
            </a:r>
          </a:p>
          <a:p>
            <a:pPr algn="ctr" eaLnBrk="1" latinLnBrk="0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ko-KR" sz="4400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rPr>
              <a:t>Any Questions ?</a:t>
            </a:r>
          </a:p>
        </p:txBody>
      </p:sp>
      <p:sp>
        <p:nvSpPr>
          <p:cNvPr id="11" name="텍스트 개체 틀 2"/>
          <p:cNvSpPr>
            <a:spLocks noGrp="1"/>
          </p:cNvSpPr>
          <p:nvPr>
            <p:ph type="body" idx="1"/>
          </p:nvPr>
        </p:nvSpPr>
        <p:spPr>
          <a:xfrm>
            <a:off x="2143108" y="4429143"/>
            <a:ext cx="4857785" cy="42861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2" name="그림 11" descr="UbiNeS logo-4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214281" y="6143644"/>
            <a:ext cx="1071571" cy="2896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28596" y="1142984"/>
            <a:ext cx="4210080" cy="5357850"/>
          </a:xfrm>
        </p:spPr>
        <p:txBody>
          <a:bodyPr>
            <a:normAutofit/>
          </a:bodyPr>
          <a:lstStyle>
            <a:lvl1pPr latinLnBrk="0">
              <a:defRPr sz="2400"/>
            </a:lvl1pPr>
            <a:lvl2pPr latinLnBrk="0">
              <a:defRPr sz="2000"/>
            </a:lvl2pPr>
            <a:lvl3pPr latinLnBrk="0">
              <a:defRPr sz="1800"/>
            </a:lvl3pPr>
            <a:lvl4pPr latinLnBrk="0">
              <a:defRPr sz="1600"/>
            </a:lvl4pPr>
            <a:lvl5pPr latinLnBrk="0"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91076" y="1142984"/>
            <a:ext cx="4210080" cy="5357850"/>
          </a:xfrm>
        </p:spPr>
        <p:txBody>
          <a:bodyPr>
            <a:normAutofit/>
          </a:bodyPr>
          <a:lstStyle>
            <a:lvl1pPr latinLnBrk="0">
              <a:defRPr sz="2400"/>
            </a:lvl1pPr>
            <a:lvl2pPr latinLnBrk="0">
              <a:defRPr sz="2000"/>
            </a:lvl2pPr>
            <a:lvl3pPr latinLnBrk="0">
              <a:defRPr sz="1800"/>
            </a:lvl3pPr>
            <a:lvl4pPr latinLnBrk="0">
              <a:defRPr sz="1600"/>
            </a:lvl4pPr>
            <a:lvl5pPr latinLnBrk="0"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89E7-15FE-4BC3-880A-73B29EC32CB9}" type="datetime1">
              <a:rPr lang="ko-KR" altLang="en-US" smtClean="0"/>
              <a:t>2016-09-27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3972-61F4-4EDE-BEE9-8CB353D0C78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0" y="1000108"/>
            <a:ext cx="9144000" cy="714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28596" y="1142984"/>
            <a:ext cx="421166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28596" y="1785926"/>
            <a:ext cx="4211668" cy="47149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787901" y="1142984"/>
            <a:ext cx="421325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87901" y="1785926"/>
            <a:ext cx="4213255" cy="47149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DD28-8A11-4029-A0DA-38FE6F7E0E0F}" type="datetime1">
              <a:rPr lang="ko-KR" altLang="en-US" smtClean="0"/>
              <a:t>2016-09-27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3972-61F4-4EDE-BEE9-8CB353D0C78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0" y="1000108"/>
            <a:ext cx="9144000" cy="714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852CB-A3BD-4CC5-B032-E934B5A1C878}" type="datetime1">
              <a:rPr lang="ko-KR" altLang="en-US" smtClean="0"/>
              <a:t>2016-09-27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3972-61F4-4EDE-BEE9-8CB353D0C78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0" y="1000108"/>
            <a:ext cx="9144000" cy="714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 with Logos">
    <p:bg>
      <p:bgPr>
        <a:blipFill dpi="0"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Ajou 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19747" y="6072206"/>
            <a:ext cx="2024285" cy="785818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03AD2-E26D-4A33-8719-05CDBE024023}" type="datetime1">
              <a:rPr lang="ko-KR" altLang="en-US" smtClean="0"/>
              <a:t>2016-09-27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43966" y="6572272"/>
            <a:ext cx="500066" cy="2143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553972-61F4-4EDE-BEE9-8CB353D0C78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8" name="그림 7" descr="UbiNeS full logo.png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9999" t="27075" r="10001" b="5227"/>
          <a:stretch>
            <a:fillRect/>
          </a:stretch>
        </p:blipFill>
        <p:spPr>
          <a:xfrm>
            <a:off x="285720" y="214290"/>
            <a:ext cx="4572032" cy="357190"/>
          </a:xfrm>
          <a:prstGeom prst="rect">
            <a:avLst/>
          </a:prstGeom>
        </p:spPr>
      </p:pic>
      <p:pic>
        <p:nvPicPr>
          <p:cNvPr id="7" name="그림 6" descr="UbiNeS logo-4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214281" y="6143644"/>
            <a:ext cx="1071571" cy="2896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bg>
      <p:bgPr>
        <a:blipFill dpi="0"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Ajou 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19747" y="6072206"/>
            <a:ext cx="2024285" cy="785818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ED00-79E9-4A7C-AC94-49242A7F89C4}" type="datetime1">
              <a:rPr lang="ko-KR" altLang="en-US" smtClean="0"/>
              <a:t>2016-09-27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43966" y="6572272"/>
            <a:ext cx="500066" cy="2143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553972-61F4-4EDE-BEE9-8CB353D0C78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 descr="UbiNeS logo-4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214281" y="6143644"/>
            <a:ext cx="1071571" cy="2896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DD21-A0BD-4AD8-A2FB-529BEDE11F68}" type="datetime1">
              <a:rPr lang="ko-KR" altLang="en-US" smtClean="0"/>
              <a:t>2016-09-27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3972-61F4-4EDE-BEE9-8CB353D0C78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5720" y="273050"/>
            <a:ext cx="317979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283230" cy="6227784"/>
          </a:xfrm>
        </p:spPr>
        <p:txBody>
          <a:bodyPr/>
          <a:lstStyle>
            <a:lvl1pPr latinLnBrk="0">
              <a:defRPr sz="3200"/>
            </a:lvl1pPr>
            <a:lvl2pPr latinLnBrk="0">
              <a:defRPr sz="2800"/>
            </a:lvl2pPr>
            <a:lvl3pPr latinLnBrk="0">
              <a:defRPr sz="2400"/>
            </a:lvl3pPr>
            <a:lvl4pPr latinLnBrk="0">
              <a:defRPr sz="2000"/>
            </a:lvl4pPr>
            <a:lvl5pPr latinLnBrk="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85720" y="1435100"/>
            <a:ext cx="3179793" cy="506573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64AB-B6E0-4A16-A9FC-3FC6DFE2CC13}" type="datetime1">
              <a:rPr lang="ko-KR" altLang="en-US" smtClean="0"/>
              <a:t>2016-09-27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3972-61F4-4EDE-BEE9-8CB353D0C78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1538" y="4800600"/>
            <a:ext cx="692948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071538" y="428604"/>
            <a:ext cx="6929486" cy="429897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 smtClean="0"/>
              <a:t>그림을 추가하려면 아이콘을 클릭하십시오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071538" y="5367338"/>
            <a:ext cx="692948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0413D-78E5-4449-A7C0-54B474014E5D}" type="datetime1">
              <a:rPr lang="ko-KR" altLang="en-US" smtClean="0"/>
              <a:t>2016-09-27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3972-61F4-4EDE-BEE9-8CB353D0C78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343B6-1678-49D0-A189-23A5EBD22C17}" type="datetime1">
              <a:rPr lang="ko-KR" altLang="en-US" smtClean="0"/>
              <a:t>2016-09-27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3972-61F4-4EDE-BEE9-8CB353D0C78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0" y="1000108"/>
            <a:ext cx="9144000" cy="714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929586" y="214290"/>
            <a:ext cx="928694" cy="6286544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85720" y="214290"/>
            <a:ext cx="7500990" cy="6286544"/>
          </a:xfrm>
        </p:spPr>
        <p:txBody>
          <a:bodyPr vert="eaVert"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D467-C8C6-4F8B-A0CB-1F47A93C1655}" type="datetime1">
              <a:rPr lang="ko-KR" altLang="en-US" smtClean="0"/>
              <a:t>2016-09-27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3972-61F4-4EDE-BEE9-8CB353D0C78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572560" cy="725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28596" y="1142984"/>
            <a:ext cx="8572560" cy="5357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0000"/>
              <a:buFont typeface="Wingdings 2"/>
              <a:buChar char=""/>
              <a:tabLst/>
              <a:defRPr/>
            </a:pPr>
            <a:r>
              <a:rPr lang="ko-KR" altLang="en-US" dirty="0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 smtClean="0"/>
              <a:t>둘째 수준</a:t>
            </a:r>
          </a:p>
          <a:p>
            <a:pPr lvl="2" eaLnBrk="1" latinLnBrk="0" hangingPunct="1"/>
            <a:r>
              <a:rPr lang="ko-KR" altLang="en-US" dirty="0" smtClean="0"/>
              <a:t>셋째 수준</a:t>
            </a:r>
          </a:p>
          <a:p>
            <a:pPr lvl="3" eaLnBrk="1" latinLnBrk="0" hangingPunct="1"/>
            <a:r>
              <a:rPr lang="ko-KR" altLang="en-US" dirty="0" smtClean="0"/>
              <a:t>넷째 수준</a:t>
            </a:r>
          </a:p>
          <a:p>
            <a:pPr lvl="4" eaLnBrk="1" latinLnBrk="0" hangingPunct="1"/>
            <a:r>
              <a:rPr lang="ko-KR" altLang="en-US" dirty="0" smtClean="0"/>
              <a:t>다섯째 수준</a:t>
            </a:r>
            <a:endParaRPr kumimoji="0"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23822" y="6565945"/>
            <a:ext cx="1633534" cy="222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2E90DED-1A97-41E6-B148-00022D2FDB3B}" type="datetime1">
              <a:rPr lang="ko-KR" altLang="en-US" smtClean="0"/>
              <a:t>2016-09-27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43306" y="6572272"/>
            <a:ext cx="1714512" cy="214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215338" y="6572272"/>
            <a:ext cx="785818" cy="214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0553972-61F4-4EDE-BEE9-8CB353D0C78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rgbClr val="0070C0"/>
          </a:solidFill>
          <a:latin typeface="+mn-lt"/>
          <a:ea typeface="HY견고딕" pitchFamily="18" charset="-127"/>
          <a:cs typeface="Arial" pitchFamily="34" charset="0"/>
        </a:defRPr>
      </a:lvl1pPr>
    </p:titleStyle>
    <p:bodyStyle>
      <a:lvl1pPr marL="420624" marR="0" indent="-384048" algn="l" defTabSz="914400" rtl="0" eaLnBrk="1" fontAlgn="auto" latinLnBrk="1" hangingPunct="1">
        <a:lnSpc>
          <a:spcPct val="100000"/>
        </a:lnSpc>
        <a:spcBef>
          <a:spcPct val="20000"/>
        </a:spcBef>
        <a:spcAft>
          <a:spcPts val="0"/>
        </a:spcAft>
        <a:buClr>
          <a:srgbClr val="4F81BD"/>
        </a:buClr>
        <a:buSzPct val="100000"/>
        <a:buFont typeface="Wingdings 2"/>
        <a:buChar char=""/>
        <a:tabLst/>
        <a:defRPr sz="2000" kern="1200">
          <a:solidFill>
            <a:schemeClr val="tx1"/>
          </a:solidFill>
          <a:latin typeface="Arial" pitchFamily="34" charset="0"/>
          <a:ea typeface="맑은 고딕" pitchFamily="50" charset="-127"/>
          <a:cs typeface="Arial" pitchFamily="34" charset="0"/>
        </a:defRPr>
      </a:lvl1pPr>
      <a:lvl2pPr marL="722376" marR="0" indent="-274320" algn="l" defTabSz="914400" rtl="0" eaLnBrk="1" fontAlgn="auto" latinLnBrk="1" hangingPunct="1">
        <a:lnSpc>
          <a:spcPct val="100000"/>
        </a:lnSpc>
        <a:spcBef>
          <a:spcPct val="20000"/>
        </a:spcBef>
        <a:spcAft>
          <a:spcPts val="0"/>
        </a:spcAft>
        <a:buClr>
          <a:srgbClr val="4F81BD"/>
        </a:buClr>
        <a:buSzPct val="100000"/>
        <a:buFont typeface="Arial" pitchFamily="34" charset="0"/>
        <a:buChar char="♦"/>
        <a:tabLst/>
        <a:defRPr sz="1800" kern="1200">
          <a:solidFill>
            <a:schemeClr val="tx1"/>
          </a:solidFill>
          <a:latin typeface="Arial" pitchFamily="34" charset="0"/>
          <a:ea typeface="맑은 고딕" pitchFamily="50" charset="-127"/>
          <a:cs typeface="Arial" pitchFamily="34" charset="0"/>
        </a:defRPr>
      </a:lvl2pPr>
      <a:lvl3pPr marL="1005840" marR="0" indent="-256032" algn="l" defTabSz="914400" rtl="0" eaLnBrk="1" fontAlgn="auto" latinLnBrk="1" hangingPunct="1">
        <a:lnSpc>
          <a:spcPct val="100000"/>
        </a:lnSpc>
        <a:spcBef>
          <a:spcPct val="20000"/>
        </a:spcBef>
        <a:spcAft>
          <a:spcPts val="0"/>
        </a:spcAft>
        <a:buClr>
          <a:srgbClr val="C0504D"/>
        </a:buClr>
        <a:buSzPct val="100000"/>
        <a:buFont typeface="Wingdings" pitchFamily="2" charset="2"/>
        <a:buChar char="§"/>
        <a:tabLst/>
        <a:defRPr sz="1600" kern="1200">
          <a:solidFill>
            <a:schemeClr val="tx1"/>
          </a:solidFill>
          <a:latin typeface="Arial" pitchFamily="34" charset="0"/>
          <a:ea typeface="맑은 고딕" pitchFamily="50" charset="-127"/>
          <a:cs typeface="Arial" pitchFamily="34" charset="0"/>
        </a:defRPr>
      </a:lvl3pPr>
      <a:lvl4pPr marL="1280160" marR="0" indent="-237744" algn="l" defTabSz="914400" rtl="0" eaLnBrk="1" fontAlgn="auto" latinLnBrk="1" hangingPunct="1">
        <a:lnSpc>
          <a:spcPct val="100000"/>
        </a:lnSpc>
        <a:spcBef>
          <a:spcPct val="20000"/>
        </a:spcBef>
        <a:spcAft>
          <a:spcPts val="0"/>
        </a:spcAft>
        <a:buClr>
          <a:srgbClr val="9BBB59"/>
        </a:buClr>
        <a:buSzPct val="100000"/>
        <a:buFont typeface="Arial" pitchFamily="34" charset="0"/>
        <a:buChar char="•"/>
        <a:tabLst/>
        <a:defRPr sz="1600" kern="1200">
          <a:solidFill>
            <a:schemeClr val="tx1"/>
          </a:solidFill>
          <a:latin typeface="Arial" pitchFamily="34" charset="0"/>
          <a:ea typeface="맑은 고딕" pitchFamily="50" charset="-127"/>
          <a:cs typeface="Arial" pitchFamily="34" charset="0"/>
        </a:defRPr>
      </a:lvl4pPr>
      <a:lvl5pPr marL="1490472" marR="0" indent="-182880" algn="l" defTabSz="914400" rtl="0" eaLnBrk="1" fontAlgn="auto" latinLnBrk="1" hangingPunct="1">
        <a:lnSpc>
          <a:spcPct val="100000"/>
        </a:lnSpc>
        <a:spcBef>
          <a:spcPct val="20000"/>
        </a:spcBef>
        <a:spcAft>
          <a:spcPts val="0"/>
        </a:spcAft>
        <a:buClr>
          <a:srgbClr val="8064A2"/>
        </a:buClr>
        <a:buSzPct val="100000"/>
        <a:buFont typeface="Arial"/>
        <a:buChar char="-"/>
        <a:tabLst/>
        <a:defRPr sz="1600" kern="1200">
          <a:solidFill>
            <a:schemeClr val="tx1"/>
          </a:solidFill>
          <a:latin typeface="Arial" pitchFamily="34" charset="0"/>
          <a:ea typeface="맑은 고딕" pitchFamily="50" charset="-127"/>
          <a:cs typeface="Arial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3972-61F4-4EDE-BEE9-8CB353D0C780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Sensors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9373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CDS Sensor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3972-61F4-4EDE-BEE9-8CB353D0C780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412776"/>
            <a:ext cx="6408712" cy="4619266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4128178" y="3452294"/>
            <a:ext cx="659845" cy="840802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21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en-US" altLang="ko-KR" dirty="0" smtClean="0"/>
              <a:t>Connect CDS Sensor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3972-61F4-4EDE-BEE9-8CB353D0C780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412776"/>
            <a:ext cx="6408712" cy="461926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763688" y="1628800"/>
            <a:ext cx="792088" cy="504056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079284" y="2274121"/>
            <a:ext cx="284803" cy="390961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1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1. </a:t>
            </a:r>
            <a:r>
              <a:rPr lang="en-US" altLang="ko-KR" dirty="0" smtClean="0"/>
              <a:t>Example code of CDS Sensor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3972-61F4-4EDE-BEE9-8CB353D0C780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268760"/>
            <a:ext cx="6912768" cy="5166833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2152976" y="4351651"/>
            <a:ext cx="2923079" cy="357139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66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PD Sensor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3972-61F4-4EDE-BEE9-8CB353D0C780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412776"/>
            <a:ext cx="6408712" cy="4619266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3131840" y="3429000"/>
            <a:ext cx="659845" cy="840802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96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/>
              <a:t>Connect PD </a:t>
            </a:r>
            <a:r>
              <a:rPr lang="en-US" altLang="ko-KR" dirty="0" smtClean="0"/>
              <a:t>Sensor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3972-61F4-4EDE-BEE9-8CB353D0C780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412776"/>
            <a:ext cx="6408712" cy="461926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763688" y="1628800"/>
            <a:ext cx="792088" cy="504056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148064" y="1937375"/>
            <a:ext cx="284803" cy="390961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41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en-US" altLang="ko-KR" dirty="0"/>
              <a:t>Example code of PD </a:t>
            </a:r>
            <a:r>
              <a:rPr lang="en-US" altLang="ko-KR" dirty="0" smtClean="0"/>
              <a:t>Sensor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3972-61F4-4EDE-BEE9-8CB353D0C780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340768"/>
            <a:ext cx="5616624" cy="485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3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3972-61F4-4EDE-BEE9-8CB353D0C780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0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biNeS Slide Format 2010">
  <a:themeElements>
    <a:clrScheme name="흐름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personal">
      <a:majorFont>
        <a:latin typeface="HY견고딕"/>
        <a:ea typeface="HY견고딕"/>
        <a:cs typeface=""/>
      </a:majorFont>
      <a:minorFont>
        <a:latin typeface="Arial"/>
        <a:ea typeface="HY중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8100">
          <a:solidFill>
            <a:srgbClr val="FF0000"/>
          </a:solidFill>
          <a:prstDash val="dash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UbiNeS Slide Format 2010</Template>
  <TotalTime>32302</TotalTime>
  <Words>42</Words>
  <Application>Microsoft Office PowerPoint</Application>
  <PresentationFormat>화면 슬라이드 쇼(4:3)</PresentationFormat>
  <Paragraphs>16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HY견고딕</vt:lpstr>
      <vt:lpstr>HY중고딕</vt:lpstr>
      <vt:lpstr>굴림</vt:lpstr>
      <vt:lpstr>맑은 고딕</vt:lpstr>
      <vt:lpstr>Arial</vt:lpstr>
      <vt:lpstr>Wingdings</vt:lpstr>
      <vt:lpstr>Wingdings 2</vt:lpstr>
      <vt:lpstr>UbiNeS Slide Format 2010</vt:lpstr>
      <vt:lpstr>Sensors</vt:lpstr>
      <vt:lpstr>1. CDS Sensor</vt:lpstr>
      <vt:lpstr>1. Connect CDS Sensor</vt:lpstr>
      <vt:lpstr>1. Example code of CDS Sensor</vt:lpstr>
      <vt:lpstr>2. PD Sensor</vt:lpstr>
      <vt:lpstr>2. Connect PD Sensor</vt:lpstr>
      <vt:lpstr>2. Example code of PD Sensor</vt:lpstr>
      <vt:lpstr>PowerPoint 프레젠테이션</vt:lpstr>
    </vt:vector>
  </TitlesOfParts>
  <Company>Organization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Multi-hop Transmission Opportunity in Wireless Multihop Networks</dc:title>
  <dc:creator>Owner</dc:creator>
  <cp:lastModifiedBy>임진혁</cp:lastModifiedBy>
  <cp:revision>1851</cp:revision>
  <cp:lastPrinted>2015-02-25T21:16:35Z</cp:lastPrinted>
  <dcterms:created xsi:type="dcterms:W3CDTF">2010-07-22T00:02:18Z</dcterms:created>
  <dcterms:modified xsi:type="dcterms:W3CDTF">2016-09-27T03:38:45Z</dcterms:modified>
</cp:coreProperties>
</file>